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9767"/>
    <p:restoredTop sz="94731"/>
  </p:normalViewPr>
  <p:slideViewPr>
    <p:cSldViewPr snapToGrid="0">
      <p:cViewPr>
        <p:scale>
          <a:sx n="119" d="100"/>
          <a:sy n="119" d="100"/>
        </p:scale>
        <p:origin x="2360" y="8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6451D-CDFC-C21E-1F03-CBB3F49C3E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F9B0A4-9AD8-8E8E-9277-1F6E6236E5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A4FA00-7901-0F3F-AF87-990B916D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3878C8-F8EF-7D0D-D393-02F9732F1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676616-9819-B42C-C25C-E1A5ADED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1404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24BF0D-31BD-06A4-6616-D5482798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FDCAC5-49B1-80D2-AD2E-6CE1432A1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E932FA-534D-503F-21AD-3278AD916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D1AF38-CC0C-B5B6-C3D2-CFA36366A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F5A05-196B-0818-160F-BAC44E9F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662074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8CADE-210E-2AF5-D4B7-B26299E92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087F4F-A868-D422-5F44-C2587AA77D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E822C6-E0C3-C28F-9B4C-548BD3808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7A9765-1E94-E6F1-B795-15647FD59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74D282-9DE4-3605-BBFD-71EEB4A6C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0869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505E55-917B-B953-D88E-FAF625996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F6E64D-BAD8-3230-9FFA-FD27E91A1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E14E90-CA11-803E-9EA4-82F8CF7E52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E862D0-5435-C9EC-18FF-A10740529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3D9CE5-46A5-99F1-79AC-7FFF9C85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BCF86F-728D-A6C1-578D-3BA373A12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0358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6F3D7C-3ABA-ECA1-BCAF-4B6130A88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9D0FDC-1A69-3635-1F4A-1AD5862B7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DDD6FF-98F7-2128-679C-B3C9B83CD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CD21797-2EC2-B36F-4EBC-B9EC4D1161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F0C0853-8A27-83E6-4494-0678FD854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02A3D1A-64CB-DBB6-77AF-50BC29EAD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13ACB33-9440-0540-D2CE-336C09C24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2950951-D431-4CC8-CC3A-CDA97228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01660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FCB01-1360-E3D0-2CEC-0359B15FF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CC0849-4D8F-5A46-3797-989B017FA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E832806-8FEF-69CF-D0AF-C77395A32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0DDCE8-15CA-4833-1DCE-3DDE4B038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4120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AD52CA6-6C19-FB72-837B-CCBDBC5BF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37063C8-454A-1299-49C1-B0CD705B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6149E4-2655-7153-8939-0CB443E34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39465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4665D9-1EE1-708E-133E-9D74AE044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3BFEC0-D753-4703-4405-938360D8B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F9D281-D961-99D2-F966-C27744330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327057-1772-B815-67A9-D9A74F8FD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C56091-F2FE-D771-4A31-873119DE8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C722521-FA87-939F-2DEC-2C639E637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70514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14F7F-7E5B-16C2-705C-351824FC2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B114C1D-E09B-FE12-BCAC-1EF69831E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1BF879-4C82-937A-3BAF-0F1A2D020E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5D9DD2F-9ACB-2D62-D401-77114D4C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A30120-0BC8-F455-D04F-0BEF166C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6CD348-7F30-6E91-917B-ED3D3966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289312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5BF15B-CCE2-EA11-9E66-10F54BC23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7CF926-48A6-A3D6-FFFA-0BB5FB405D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239E38-B5FE-7027-6206-4096608DC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73A2BB-9421-5C8D-6996-7F69662EF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B2A556-6865-5CF1-DAE4-A184D9662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5897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30984DE-E2D3-CE5F-FF06-72E0331A43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1322091-33B4-68C8-36FB-73ED06DCEB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22204F-57DA-EC63-824F-8B14BCA7D6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BA4C37-99FB-D3B3-5F14-019640440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B4BFAE-4CAF-280D-6A00-028CA872C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50288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C0DEEF-EA6F-9230-3DFB-E9620ECC8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49538C-DEDE-CD76-3D65-658A3EE6D8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4060CB-367C-3795-E2E8-88DC446AA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E61D37-DEBF-FF40-A876-6EC42A2FEDE5}" type="datetimeFigureOut">
              <a:rPr kumimoji="1" lang="ko-KR" altLang="en-US" smtClean="0"/>
              <a:t>2026. 3. 18.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04F62E-EEBA-0197-7637-8FE2B82126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409126-6937-22D4-EFB6-E3C7D8BF90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A417F9-B793-2D4D-BF89-E7C1C1A65959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0688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4FFEFF-2BCB-2B5D-935F-6A76E48B46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60775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522427345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85063974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52006482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1889117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01884665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OSI Model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Layer Number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TCP/IP Layer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Other </a:t>
                      </a:r>
                      <a:r>
                        <a:rPr lang="en-US" altLang="ko-KR" dirty="0" err="1"/>
                        <a:t>ProtocolE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132852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Alligator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Application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L7 </a:t>
                      </a:r>
                      <a:r>
                        <a:rPr lang="en-US" altLang="ko-KR" sz="2800"/>
                        <a:t>(Firewall)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HTTP</a:t>
                      </a:r>
                      <a:endParaRPr lang="ko-KR" altLang="en-US" sz="28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HTTPS, FTP, Telnet, SSH, DNS, …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832414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61788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Steve’s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Session</a:t>
                      </a:r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7515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Touch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Transport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L4 (NAT)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TCP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UDP, ICMP(?)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890973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Not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Network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L3 (Router)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IP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IP6, ARP(?), …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37943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Do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Data Link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L2 (Switch)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Ethernet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PPP, HDLC, …</a:t>
                      </a:r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83951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Please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800" dirty="0"/>
                        <a:t>Physical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45991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6888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371</TotalTime>
  <Words>70</Words>
  <Application>Microsoft Macintosh PowerPoint</Application>
  <PresentationFormat>와이드스크린</PresentationFormat>
  <Paragraphs>30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안철민[ 학부재학 / 사이버국방학과 ]</dc:creator>
  <cp:lastModifiedBy>안철민[ 학부재학 / 사이버국방학과 ]</cp:lastModifiedBy>
  <cp:revision>2</cp:revision>
  <dcterms:created xsi:type="dcterms:W3CDTF">2026-03-18T07:42:55Z</dcterms:created>
  <dcterms:modified xsi:type="dcterms:W3CDTF">2026-03-18T13:54:28Z</dcterms:modified>
</cp:coreProperties>
</file>